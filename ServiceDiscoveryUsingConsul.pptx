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8" r:id="rId3"/>
    <p:sldId id="261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B44F02-64F5-4A2A-966C-234191BF5E15}" v="8" dt="2026-04-15T06:41:51.703"/>
    <p1510:client id="{7EE93811-DBC8-43A3-AE1F-18B830A6F529}" v="34" dt="2026-04-15T04:20:19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eena, Pagidala (Contractor)" userId="6e0fc6a7-f969-488d-8b66-6b08668f1c2f" providerId="ADAL" clId="{E0D39498-4DAA-46F4-9E68-99BA550A68D6}"/>
    <pc:docChg chg="custSel addSld delSld modSld">
      <pc:chgData name="Madeena, Pagidala (Contractor)" userId="6e0fc6a7-f969-488d-8b66-6b08668f1c2f" providerId="ADAL" clId="{E0D39498-4DAA-46F4-9E68-99BA550A68D6}" dt="2026-04-15T06:42:42.809" v="443" actId="1076"/>
      <pc:docMkLst>
        <pc:docMk/>
      </pc:docMkLst>
      <pc:sldChg chg="del">
        <pc:chgData name="Madeena, Pagidala (Contractor)" userId="6e0fc6a7-f969-488d-8b66-6b08668f1c2f" providerId="ADAL" clId="{E0D39498-4DAA-46F4-9E68-99BA550A68D6}" dt="2026-04-15T06:41:56.009" v="441" actId="47"/>
        <pc:sldMkLst>
          <pc:docMk/>
          <pc:sldMk cId="3488172410" sldId="257"/>
        </pc:sldMkLst>
      </pc:sldChg>
      <pc:sldChg chg="modSp mod">
        <pc:chgData name="Madeena, Pagidala (Contractor)" userId="6e0fc6a7-f969-488d-8b66-6b08668f1c2f" providerId="ADAL" clId="{E0D39498-4DAA-46F4-9E68-99BA550A68D6}" dt="2026-04-15T05:33:05.271" v="359" actId="1076"/>
        <pc:sldMkLst>
          <pc:docMk/>
          <pc:sldMk cId="3864458262" sldId="258"/>
        </pc:sldMkLst>
        <pc:picChg chg="mod">
          <ac:chgData name="Madeena, Pagidala (Contractor)" userId="6e0fc6a7-f969-488d-8b66-6b08668f1c2f" providerId="ADAL" clId="{E0D39498-4DAA-46F4-9E68-99BA550A68D6}" dt="2026-04-15T05:33:02.726" v="358" actId="1076"/>
          <ac:picMkLst>
            <pc:docMk/>
            <pc:sldMk cId="3864458262" sldId="258"/>
            <ac:picMk id="20" creationId="{6BEC522A-01E1-0432-0B97-5B359B9F0EE9}"/>
          </ac:picMkLst>
        </pc:picChg>
        <pc:picChg chg="mod">
          <ac:chgData name="Madeena, Pagidala (Contractor)" userId="6e0fc6a7-f969-488d-8b66-6b08668f1c2f" providerId="ADAL" clId="{E0D39498-4DAA-46F4-9E68-99BA550A68D6}" dt="2026-04-15T05:33:05.271" v="359" actId="1076"/>
          <ac:picMkLst>
            <pc:docMk/>
            <pc:sldMk cId="3864458262" sldId="258"/>
            <ac:picMk id="22" creationId="{A59BBBD3-20C6-78D7-E000-0E984EE1C8A7}"/>
          </ac:picMkLst>
        </pc:picChg>
      </pc:sldChg>
      <pc:sldChg chg="addSp modSp mod">
        <pc:chgData name="Madeena, Pagidala (Contractor)" userId="6e0fc6a7-f969-488d-8b66-6b08668f1c2f" providerId="ADAL" clId="{E0D39498-4DAA-46F4-9E68-99BA550A68D6}" dt="2026-04-15T06:42:42.809" v="443" actId="1076"/>
        <pc:sldMkLst>
          <pc:docMk/>
          <pc:sldMk cId="3576857899" sldId="259"/>
        </pc:sldMkLst>
        <pc:spChg chg="add mod">
          <ac:chgData name="Madeena, Pagidala (Contractor)" userId="6e0fc6a7-f969-488d-8b66-6b08668f1c2f" providerId="ADAL" clId="{E0D39498-4DAA-46F4-9E68-99BA550A68D6}" dt="2026-04-15T06:40:15.742" v="438" actId="1076"/>
          <ac:spMkLst>
            <pc:docMk/>
            <pc:sldMk cId="3576857899" sldId="259"/>
            <ac:spMk id="3" creationId="{65A1EB21-C3CF-A270-C08A-EB78CCBA4FE5}"/>
          </ac:spMkLst>
        </pc:spChg>
        <pc:spChg chg="mod">
          <ac:chgData name="Madeena, Pagidala (Contractor)" userId="6e0fc6a7-f969-488d-8b66-6b08668f1c2f" providerId="ADAL" clId="{E0D39498-4DAA-46F4-9E68-99BA550A68D6}" dt="2026-04-15T06:42:36.829" v="442" actId="1076"/>
          <ac:spMkLst>
            <pc:docMk/>
            <pc:sldMk cId="3576857899" sldId="259"/>
            <ac:spMk id="5" creationId="{17761216-7669-F0DA-F2AC-1A9E85C44190}"/>
          </ac:spMkLst>
        </pc:spChg>
        <pc:spChg chg="mod">
          <ac:chgData name="Madeena, Pagidala (Contractor)" userId="6e0fc6a7-f969-488d-8b66-6b08668f1c2f" providerId="ADAL" clId="{E0D39498-4DAA-46F4-9E68-99BA550A68D6}" dt="2026-04-15T06:07:32.408" v="361" actId="1076"/>
          <ac:spMkLst>
            <pc:docMk/>
            <pc:sldMk cId="3576857899" sldId="259"/>
            <ac:spMk id="8" creationId="{1531FDA1-A53A-63ED-DDEA-7B7577D92A96}"/>
          </ac:spMkLst>
        </pc:spChg>
        <pc:spChg chg="mod">
          <ac:chgData name="Madeena, Pagidala (Contractor)" userId="6e0fc6a7-f969-488d-8b66-6b08668f1c2f" providerId="ADAL" clId="{E0D39498-4DAA-46F4-9E68-99BA550A68D6}" dt="2026-04-15T06:42:42.809" v="443" actId="1076"/>
          <ac:spMkLst>
            <pc:docMk/>
            <pc:sldMk cId="3576857899" sldId="259"/>
            <ac:spMk id="9" creationId="{DD474673-4736-2D34-BAE2-987AB2034EB3}"/>
          </ac:spMkLst>
        </pc:spChg>
      </pc:sldChg>
      <pc:sldChg chg="addSp delSp modSp new mod">
        <pc:chgData name="Madeena, Pagidala (Contractor)" userId="6e0fc6a7-f969-488d-8b66-6b08668f1c2f" providerId="ADAL" clId="{E0D39498-4DAA-46F4-9E68-99BA550A68D6}" dt="2026-04-15T06:37:33.530" v="437" actId="20577"/>
        <pc:sldMkLst>
          <pc:docMk/>
          <pc:sldMk cId="1841897617" sldId="262"/>
        </pc:sldMkLst>
        <pc:spChg chg="mod">
          <ac:chgData name="Madeena, Pagidala (Contractor)" userId="6e0fc6a7-f969-488d-8b66-6b08668f1c2f" providerId="ADAL" clId="{E0D39498-4DAA-46F4-9E68-99BA550A68D6}" dt="2026-04-15T04:47:33.281" v="42" actId="1076"/>
          <ac:spMkLst>
            <pc:docMk/>
            <pc:sldMk cId="1841897617" sldId="262"/>
            <ac:spMk id="2" creationId="{7AAEE194-D80C-2903-2FA3-9CA8A2489EF9}"/>
          </ac:spMkLst>
        </pc:spChg>
        <pc:spChg chg="del">
          <ac:chgData name="Madeena, Pagidala (Contractor)" userId="6e0fc6a7-f969-488d-8b66-6b08668f1c2f" providerId="ADAL" clId="{E0D39498-4DAA-46F4-9E68-99BA550A68D6}" dt="2026-04-15T04:46:21.819" v="32"/>
          <ac:spMkLst>
            <pc:docMk/>
            <pc:sldMk cId="1841897617" sldId="262"/>
            <ac:spMk id="3" creationId="{510FB9B7-832E-C9F8-7E2D-2CED91B7D932}"/>
          </ac:spMkLst>
        </pc:spChg>
        <pc:spChg chg="add mod">
          <ac:chgData name="Madeena, Pagidala (Contractor)" userId="6e0fc6a7-f969-488d-8b66-6b08668f1c2f" providerId="ADAL" clId="{E0D39498-4DAA-46F4-9E68-99BA550A68D6}" dt="2026-04-15T06:37:33.530" v="437" actId="20577"/>
          <ac:spMkLst>
            <pc:docMk/>
            <pc:sldMk cId="1841897617" sldId="262"/>
            <ac:spMk id="5" creationId="{0538E5C2-5CC2-8DFE-9823-3C607BC555CD}"/>
          </ac:spMkLst>
        </pc:spChg>
        <pc:spChg chg="add del mod">
          <ac:chgData name="Madeena, Pagidala (Contractor)" userId="6e0fc6a7-f969-488d-8b66-6b08668f1c2f" providerId="ADAL" clId="{E0D39498-4DAA-46F4-9E68-99BA550A68D6}" dt="2026-04-15T04:46:49.878" v="36" actId="478"/>
          <ac:spMkLst>
            <pc:docMk/>
            <pc:sldMk cId="1841897617" sldId="262"/>
            <ac:spMk id="7" creationId="{E5CA03E8-B11C-981D-415D-F4AC44DD6BD5}"/>
          </ac:spMkLst>
        </pc:spChg>
        <pc:graphicFrameChg chg="add del mod">
          <ac:chgData name="Madeena, Pagidala (Contractor)" userId="6e0fc6a7-f969-488d-8b66-6b08668f1c2f" providerId="ADAL" clId="{E0D39498-4DAA-46F4-9E68-99BA550A68D6}" dt="2026-04-15T04:46:47.728" v="35" actId="478"/>
          <ac:graphicFrameMkLst>
            <pc:docMk/>
            <pc:sldMk cId="1841897617" sldId="262"/>
            <ac:graphicFrameMk id="4" creationId="{C3FB58DC-ABB3-BC2D-1F84-936722A43BD7}"/>
          </ac:graphicFrameMkLst>
        </pc:graphicFrameChg>
      </pc:sldChg>
      <pc:sldChg chg="delSp modSp new mod">
        <pc:chgData name="Madeena, Pagidala (Contractor)" userId="6e0fc6a7-f969-488d-8b66-6b08668f1c2f" providerId="ADAL" clId="{E0D39498-4DAA-46F4-9E68-99BA550A68D6}" dt="2026-04-15T04:53:39.761" v="346" actId="1076"/>
        <pc:sldMkLst>
          <pc:docMk/>
          <pc:sldMk cId="4070000632" sldId="263"/>
        </pc:sldMkLst>
        <pc:spChg chg="mod">
          <ac:chgData name="Madeena, Pagidala (Contractor)" userId="6e0fc6a7-f969-488d-8b66-6b08668f1c2f" providerId="ADAL" clId="{E0D39498-4DAA-46F4-9E68-99BA550A68D6}" dt="2026-04-15T04:53:39.761" v="346" actId="1076"/>
          <ac:spMkLst>
            <pc:docMk/>
            <pc:sldMk cId="4070000632" sldId="263"/>
            <ac:spMk id="2" creationId="{91B1F717-326A-CE33-72D8-087D34FCDAF0}"/>
          </ac:spMkLst>
        </pc:spChg>
        <pc:spChg chg="del mod">
          <ac:chgData name="Madeena, Pagidala (Contractor)" userId="6e0fc6a7-f969-488d-8b66-6b08668f1c2f" providerId="ADAL" clId="{E0D39498-4DAA-46F4-9E68-99BA550A68D6}" dt="2026-04-15T04:53:03.968" v="328" actId="478"/>
          <ac:spMkLst>
            <pc:docMk/>
            <pc:sldMk cId="4070000632" sldId="263"/>
            <ac:spMk id="3" creationId="{FF3AD506-F627-A4D9-B8D6-52D20D99D0D6}"/>
          </ac:spMkLst>
        </pc:spChg>
      </pc:sldChg>
      <pc:sldChg chg="add del">
        <pc:chgData name="Madeena, Pagidala (Contractor)" userId="6e0fc6a7-f969-488d-8b66-6b08668f1c2f" providerId="ADAL" clId="{E0D39498-4DAA-46F4-9E68-99BA550A68D6}" dt="2026-04-15T06:41:53.845" v="440" actId="47"/>
        <pc:sldMkLst>
          <pc:docMk/>
          <pc:sldMk cId="282376096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15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62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77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23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05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05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27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39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48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09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132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399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6008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342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98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54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B2A26-0AF1-4F2F-A5CA-51FF96D06164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B36CE82-E43D-47A0-BE08-C52C2AFF57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6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1776-609F-A754-1EF4-03FC38276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8104" y="1627631"/>
            <a:ext cx="7845552" cy="2487169"/>
          </a:xfrm>
        </p:spPr>
        <p:txBody>
          <a:bodyPr>
            <a:normAutofit/>
          </a:bodyPr>
          <a:lstStyle/>
          <a:p>
            <a:r>
              <a:rPr lang="en-IN" sz="6000" dirty="0"/>
              <a:t>Service Discovery using Consul</a:t>
            </a:r>
          </a:p>
        </p:txBody>
      </p:sp>
    </p:spTree>
    <p:extLst>
      <p:ext uri="{BB962C8B-B14F-4D97-AF65-F5344CB8AC3E}">
        <p14:creationId xmlns:p14="http://schemas.microsoft.com/office/powerpoint/2010/main" val="1782919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BF2E-C1F9-06E1-C614-E831F7313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056" y="745045"/>
            <a:ext cx="4895088" cy="819818"/>
          </a:xfrm>
        </p:spPr>
        <p:txBody>
          <a:bodyPr>
            <a:normAutofit/>
          </a:bodyPr>
          <a:lstStyle/>
          <a:p>
            <a:r>
              <a:rPr lang="en-US" dirty="0"/>
              <a:t>Service Discovery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2A0A79-837B-89BE-9B5E-EEE3160F8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944" y="1564863"/>
            <a:ext cx="8211311" cy="127892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Definition: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Service Discovery is a mechanism that helps services find and communicate with each other dynamically.</a:t>
            </a:r>
            <a:endParaRPr lang="en-IN" sz="200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96A7165F-4F6E-11F7-EEB8-7BDD77874D31}"/>
              </a:ext>
            </a:extLst>
          </p:cNvPr>
          <p:cNvSpPr txBox="1">
            <a:spLocks/>
          </p:cNvSpPr>
          <p:nvPr/>
        </p:nvSpPr>
        <p:spPr>
          <a:xfrm>
            <a:off x="8351520" y="1761617"/>
            <a:ext cx="28011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EC522A-01E1-0432-0B97-5B359B9F0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002" y="3199448"/>
            <a:ext cx="4383133" cy="26869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9BBBD3-20C6-78D7-E000-0E984EE1C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99" y="3199448"/>
            <a:ext cx="4236247" cy="26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58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D5BB-64B4-1965-1607-E96234DD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ACBA-51D7-E2CF-EDB9-24EFED11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056" y="745045"/>
            <a:ext cx="4895088" cy="819818"/>
          </a:xfrm>
        </p:spPr>
        <p:txBody>
          <a:bodyPr>
            <a:normAutofit/>
          </a:bodyPr>
          <a:lstStyle/>
          <a:p>
            <a:r>
              <a:rPr lang="en-US" dirty="0"/>
              <a:t>Service Discovery</a:t>
            </a:r>
            <a:endParaRPr lang="en-IN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D0124511-C355-FCE2-0A02-B618E1D5B5F0}"/>
              </a:ext>
            </a:extLst>
          </p:cNvPr>
          <p:cNvSpPr txBox="1">
            <a:spLocks/>
          </p:cNvSpPr>
          <p:nvPr/>
        </p:nvSpPr>
        <p:spPr>
          <a:xfrm>
            <a:off x="8351520" y="1761617"/>
            <a:ext cx="280111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BA0CBBDD-EC17-DEB1-7D45-33628024A4DE}"/>
              </a:ext>
            </a:extLst>
          </p:cNvPr>
          <p:cNvSpPr txBox="1">
            <a:spLocks/>
          </p:cNvSpPr>
          <p:nvPr/>
        </p:nvSpPr>
        <p:spPr>
          <a:xfrm>
            <a:off x="3084580" y="2075684"/>
            <a:ext cx="3108958" cy="39136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lnSpc>
                <a:spcPct val="100000"/>
              </a:lnSpc>
              <a:buNone/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Problems: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In </a:t>
            </a:r>
            <a:r>
              <a:rPr lang="en-US" sz="2000" i="0" dirty="0">
                <a:effectLst/>
                <a:latin typeface="Segoe UI" panose="020B0502040204020203" pitchFamily="34" charset="0"/>
              </a:rPr>
              <a:t>microservices</a:t>
            </a:r>
            <a:r>
              <a:rPr lang="en-US" sz="2000" b="0" i="0" dirty="0">
                <a:effectLst/>
                <a:latin typeface="Segoe UI" panose="020B0502040204020203" pitchFamily="34" charset="0"/>
              </a:rPr>
              <a:t>, services are dynamic (IPs keep changing) 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Hardcoding IPs/ports 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Need automatic service registration &amp; lookup 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E7AE2ED2-AC59-B211-971E-86F5DE28409C}"/>
              </a:ext>
            </a:extLst>
          </p:cNvPr>
          <p:cNvSpPr txBox="1">
            <a:spLocks/>
          </p:cNvSpPr>
          <p:nvPr/>
        </p:nvSpPr>
        <p:spPr>
          <a:xfrm>
            <a:off x="6751320" y="2075684"/>
            <a:ext cx="3200399" cy="3398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t">
              <a:lnSpc>
                <a:spcPct val="100000"/>
              </a:lnSpc>
              <a:buNone/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It solves: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Manual configuration 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Service scaling 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Service failures 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Load balancing 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Health checking</a:t>
            </a:r>
          </a:p>
        </p:txBody>
      </p:sp>
    </p:spTree>
    <p:extLst>
      <p:ext uri="{BB962C8B-B14F-4D97-AF65-F5344CB8AC3E}">
        <p14:creationId xmlns:p14="http://schemas.microsoft.com/office/powerpoint/2010/main" val="475967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56AA-3944-8880-68AD-6A32B1D3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892" y="776763"/>
            <a:ext cx="2535936" cy="924021"/>
          </a:xfrm>
        </p:spPr>
        <p:txBody>
          <a:bodyPr/>
          <a:lstStyle/>
          <a:p>
            <a:r>
              <a:rPr lang="en-US" dirty="0"/>
              <a:t>Consul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761216-7669-F0DA-F2AC-1A9E85C44190}"/>
              </a:ext>
            </a:extLst>
          </p:cNvPr>
          <p:cNvSpPr txBox="1">
            <a:spLocks/>
          </p:cNvSpPr>
          <p:nvPr/>
        </p:nvSpPr>
        <p:spPr>
          <a:xfrm>
            <a:off x="2377444" y="1809882"/>
            <a:ext cx="2589272" cy="33009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>
              <a:lnSpc>
                <a:spcPct val="100000"/>
              </a:lnSpc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Definition</a:t>
            </a:r>
          </a:p>
          <a:p>
            <a:pPr fontAlgn="t">
              <a:lnSpc>
                <a:spcPct val="100000"/>
              </a:lnSpc>
            </a:pPr>
            <a:r>
              <a:rPr lang="en-US" sz="2000" i="0" dirty="0">
                <a:effectLst/>
                <a:latin typeface="Segoe UI" panose="020B0502040204020203" pitchFamily="34" charset="0"/>
              </a:rPr>
              <a:t>Consul</a:t>
            </a:r>
            <a:r>
              <a:rPr lang="en-US" sz="2000" b="0" i="0" dirty="0">
                <a:effectLst/>
                <a:latin typeface="Segoe UI" panose="020B0502040204020203" pitchFamily="34" charset="0"/>
              </a:rPr>
              <a:t> is a service discovery and service mesh tool by </a:t>
            </a:r>
            <a:r>
              <a:rPr lang="en-US" sz="2000" i="0" dirty="0">
                <a:effectLst/>
                <a:latin typeface="Segoe UI" panose="020B0502040204020203" pitchFamily="34" charset="0"/>
              </a:rPr>
              <a:t>Hashi Corp</a:t>
            </a:r>
            <a:r>
              <a:rPr lang="en-US" sz="2000" dirty="0">
                <a:latin typeface="Segoe UI" panose="020B0502040204020203" pitchFamily="34" charset="0"/>
              </a:rPr>
              <a:t>.</a:t>
            </a:r>
          </a:p>
          <a:p>
            <a:pPr fontAlgn="t">
              <a:lnSpc>
                <a:spcPct val="100000"/>
              </a:lnSpc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Works on: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</a:rPr>
              <a:t>Virtual machines</a:t>
            </a:r>
            <a:endParaRPr lang="en-US" sz="2000" b="0" i="0" dirty="0">
              <a:effectLst/>
              <a:latin typeface="Segoe UI" panose="020B0502040204020203" pitchFamily="34" charset="0"/>
            </a:endParaRP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Segoe UI" panose="020B0502040204020203" pitchFamily="34" charset="0"/>
              </a:rPr>
              <a:t>Containers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</a:rPr>
              <a:t>Kubernetes</a:t>
            </a:r>
            <a:endParaRPr lang="en-IN" sz="2000" b="0" i="0" dirty="0">
              <a:effectLst/>
              <a:latin typeface="Segoe UI" panose="020B0502040204020203" pitchFamily="34" charset="0"/>
            </a:endParaRP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531FDA1-A53A-63ED-DDEA-7B7577D92A96}"/>
              </a:ext>
            </a:extLst>
          </p:cNvPr>
          <p:cNvSpPr txBox="1">
            <a:spLocks/>
          </p:cNvSpPr>
          <p:nvPr/>
        </p:nvSpPr>
        <p:spPr>
          <a:xfrm>
            <a:off x="5231892" y="1809882"/>
            <a:ext cx="2977895" cy="2332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>
              <a:lnSpc>
                <a:spcPct val="100000"/>
              </a:lnSpc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Key Features of Consul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Service Discovery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Health Checking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Key-Value Store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Load Balancing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Multi‑Datacenter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Service Mesh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D474673-4736-2D34-BAE2-987AB2034EB3}"/>
              </a:ext>
            </a:extLst>
          </p:cNvPr>
          <p:cNvSpPr txBox="1">
            <a:spLocks/>
          </p:cNvSpPr>
          <p:nvPr/>
        </p:nvSpPr>
        <p:spPr>
          <a:xfrm>
            <a:off x="8474963" y="1700784"/>
            <a:ext cx="3366517" cy="37859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>
              <a:lnSpc>
                <a:spcPct val="100000"/>
              </a:lnSpc>
            </a:pPr>
            <a:r>
              <a:rPr lang="en-US" sz="2000" b="1" i="0" dirty="0">
                <a:effectLst/>
                <a:latin typeface="Segoe UI" panose="020B0502040204020203" pitchFamily="34" charset="0"/>
              </a:rPr>
              <a:t>How Service Discovery Works in Consul</a:t>
            </a:r>
          </a:p>
          <a:p>
            <a:pPr marL="457200" indent="-457200" fontAlgn="t">
              <a:lnSpc>
                <a:spcPct val="100000"/>
              </a:lnSpc>
              <a:buFont typeface="+mj-lt"/>
              <a:buAutoNum type="arabicPeriod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Service starts.</a:t>
            </a:r>
          </a:p>
          <a:p>
            <a:pPr marL="457200" indent="-457200" fontAlgn="t">
              <a:lnSpc>
                <a:spcPct val="100000"/>
              </a:lnSpc>
              <a:buFont typeface="+mj-lt"/>
              <a:buAutoNum type="arabicPeriod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Service registers itself with Consul.</a:t>
            </a:r>
          </a:p>
          <a:p>
            <a:pPr marL="457200" indent="-457200" fontAlgn="t">
              <a:lnSpc>
                <a:spcPct val="100000"/>
              </a:lnSpc>
              <a:buFont typeface="+mj-lt"/>
              <a:buAutoNum type="arabicPeriod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Consul performs health checks.</a:t>
            </a:r>
          </a:p>
          <a:p>
            <a:pPr marL="457200" indent="-457200" fontAlgn="t">
              <a:lnSpc>
                <a:spcPct val="100000"/>
              </a:lnSpc>
              <a:buFont typeface="+mj-lt"/>
              <a:buAutoNum type="arabicPeriod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Client queries Consul (DNS / API).</a:t>
            </a:r>
          </a:p>
          <a:p>
            <a:pPr marL="457200" indent="-457200" fontAlgn="t">
              <a:lnSpc>
                <a:spcPct val="100000"/>
              </a:lnSpc>
              <a:buFont typeface="+mj-lt"/>
              <a:buAutoNum type="arabicPeriod"/>
            </a:pPr>
            <a:r>
              <a:rPr lang="en-US" sz="2000" b="0" i="0" dirty="0">
                <a:effectLst/>
                <a:latin typeface="Segoe UI" panose="020B0502040204020203" pitchFamily="34" charset="0"/>
              </a:rPr>
              <a:t>Consul returns healthy service instances.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1EB21-C3CF-A270-C08A-EB78CCBA4FE5}"/>
              </a:ext>
            </a:extLst>
          </p:cNvPr>
          <p:cNvSpPr txBox="1"/>
          <p:nvPr/>
        </p:nvSpPr>
        <p:spPr>
          <a:xfrm>
            <a:off x="5266943" y="4141917"/>
            <a:ext cx="29428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Process: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Agents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Service Registration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Service Discovery</a:t>
            </a:r>
          </a:p>
        </p:txBody>
      </p:sp>
    </p:spTree>
    <p:extLst>
      <p:ext uri="{BB962C8B-B14F-4D97-AF65-F5344CB8AC3E}">
        <p14:creationId xmlns:p14="http://schemas.microsoft.com/office/powerpoint/2010/main" val="3576857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042B-0574-3DC0-07E0-5F694224C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392" y="447421"/>
            <a:ext cx="5632704" cy="1325563"/>
          </a:xfrm>
        </p:spPr>
        <p:txBody>
          <a:bodyPr/>
          <a:lstStyle/>
          <a:p>
            <a:r>
              <a:rPr lang="en-US" dirty="0"/>
              <a:t>Consul Architecture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DC61B3-F35E-D5A8-FE8B-7B8F1EDEC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288" y="1615313"/>
            <a:ext cx="82951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E194-D80C-2903-2FA3-9CA8A2489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612" y="331502"/>
            <a:ext cx="8911687" cy="802354"/>
          </a:xfrm>
        </p:spPr>
        <p:txBody>
          <a:bodyPr/>
          <a:lstStyle/>
          <a:p>
            <a:r>
              <a:rPr lang="en-US" dirty="0"/>
              <a:t>Service Discovery Using Consul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8E5C2-5CC2-8DFE-9823-3C607BC555CD}"/>
              </a:ext>
            </a:extLst>
          </p:cNvPr>
          <p:cNvSpPr txBox="1"/>
          <p:nvPr/>
        </p:nvSpPr>
        <p:spPr>
          <a:xfrm>
            <a:off x="2935224" y="1024128"/>
            <a:ext cx="80832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1. Start Consul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Run .\consul agent -dev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Open Consul UI: http://localhost:8500</a:t>
            </a:r>
          </a:p>
          <a:p>
            <a:pPr fontAlgn="t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2. Run a Sample Web Service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Start the simple web app (python app.py)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Service runs on localhost:8080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/health endpoint returns “OK</a:t>
            </a: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fontAlgn="t">
              <a:buNone/>
            </a:pP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3. Register the Service in Consul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In Consul UI → Services → Register Service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Name: web, Port: 8080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Health check: http://localhost:8080/health</a:t>
            </a:r>
          </a:p>
          <a:p>
            <a:pPr fontAlgn="t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4. Verify Service Status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Check Services</a:t>
            </a: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web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Status shows  “Passing</a:t>
            </a: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fontAlgn="t"/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5. Show Health Check in Action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Stop the web service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Service turns “Critical</a:t>
            </a: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  <a:endParaRPr lang="en-IN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Restart → becomes “Passing</a:t>
            </a:r>
            <a:r>
              <a:rPr lang="en-IN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en-IN" sz="2000" dirty="0">
                <a:latin typeface="Segoe UI" panose="020B0502040204020203" pitchFamily="34" charset="0"/>
                <a:cs typeface="Segoe UI" panose="020B0502040204020203" pitchFamily="34" charset="0"/>
              </a:rPr>
              <a:t>again</a:t>
            </a:r>
          </a:p>
        </p:txBody>
      </p:sp>
    </p:spTree>
    <p:extLst>
      <p:ext uri="{BB962C8B-B14F-4D97-AF65-F5344CB8AC3E}">
        <p14:creationId xmlns:p14="http://schemas.microsoft.com/office/powerpoint/2010/main" val="184189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F717-326A-CE33-72D8-087D34FC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389" y="2209435"/>
            <a:ext cx="8910227" cy="2439130"/>
          </a:xfrm>
        </p:spPr>
        <p:txBody>
          <a:bodyPr>
            <a:noAutofit/>
          </a:bodyPr>
          <a:lstStyle/>
          <a:p>
            <a:r>
              <a:rPr lang="en-US" sz="10000" dirty="0"/>
              <a:t>THANK YOU!!</a:t>
            </a:r>
            <a:endParaRPr lang="en-IN" sz="10000" dirty="0"/>
          </a:p>
        </p:txBody>
      </p:sp>
    </p:spTree>
    <p:extLst>
      <p:ext uri="{BB962C8B-B14F-4D97-AF65-F5344CB8AC3E}">
        <p14:creationId xmlns:p14="http://schemas.microsoft.com/office/powerpoint/2010/main" val="407000063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168</TotalTime>
  <Words>270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Segoe UI</vt:lpstr>
      <vt:lpstr>Wingdings 3</vt:lpstr>
      <vt:lpstr>Wisp</vt:lpstr>
      <vt:lpstr>Service Discovery using Consul</vt:lpstr>
      <vt:lpstr>Service Discovery</vt:lpstr>
      <vt:lpstr>Service Discovery</vt:lpstr>
      <vt:lpstr>Consul</vt:lpstr>
      <vt:lpstr>Consul Architecture</vt:lpstr>
      <vt:lpstr>Service Discovery Using Consul</vt:lpstr>
      <vt:lpstr>THANK YOU!!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Madeena, Pagidala (Contractor)</dc:creator>
  <cp:lastModifiedBy>Madeena, Pagidala (Contractor)</cp:lastModifiedBy>
  <cp:revision>2</cp:revision>
  <dcterms:created xsi:type="dcterms:W3CDTF">2026-04-15T03:32:13Z</dcterms:created>
  <dcterms:modified xsi:type="dcterms:W3CDTF">2026-04-15T06:42:45Z</dcterms:modified>
</cp:coreProperties>
</file>